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User Behavior Segmentation Using Unsupervised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Applications generate large amounts of user activity data. The project groups users based on engagement and behavior patterns using unsupervised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Segment users</a:t>
            </a:r>
          </a:p>
          <a:p>
            <a:r>
              <a:t>• Identify high engagement users</a:t>
            </a:r>
          </a:p>
          <a:p>
            <a:r>
              <a:t>• Detect churn-risk users</a:t>
            </a:r>
          </a:p>
          <a:p>
            <a:r>
              <a:t>• Improve personalization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Pandas</a:t>
            </a:r>
          </a:p>
          <a:p>
            <a:r>
              <a:t>• Scikit-learn</a:t>
            </a:r>
          </a:p>
          <a:p>
            <a:r>
              <a:t>• Streamlit</a:t>
            </a:r>
          </a:p>
          <a:p>
            <a:r>
              <a:t>• Matplotlib</a:t>
            </a:r>
          </a:p>
          <a:p>
            <a:r>
              <a:t>• Seaborn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 → Scaling → Elbow Method → K-Means → PCA →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Missing value handling</a:t>
            </a:r>
          </a:p>
          <a:p>
            <a:r>
              <a:t>• Duplicate removal</a:t>
            </a:r>
          </a:p>
          <a:p>
            <a:r>
              <a:t>• Correlation analysis</a:t>
            </a:r>
          </a:p>
          <a:p>
            <a:r>
              <a:t>• Feature scaling using StandardScaler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K-Means groups similar users using centroid-based clustering.</a:t>
            </a:r>
          </a:p>
          <a:p/>
          <a:p>
            <a:r>
              <a:t>Used to identify user behavior patterns.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Elbow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Elbow Method is used to find the optimal number of clusters by analyzing inertia values.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PCA reduces dimensions for visualization.</a:t>
            </a:r>
          </a:p>
          <a:p/>
          <a:p>
            <a:r>
              <a:t>10 features → 2 PCA components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Engagement Users</a:t>
            </a:r>
          </a:p>
          <a:p>
            <a:r>
              <a:t>• Moderate Users</a:t>
            </a:r>
          </a:p>
          <a:p>
            <a:r>
              <a:t>• Low Engagement Users</a:t>
            </a:r>
          </a:p>
          <a:p>
            <a:r>
              <a:t>• Occasional Users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Personalized marketing</a:t>
            </a:r>
          </a:p>
          <a:p>
            <a:r>
              <a:t>• Churn prediction</a:t>
            </a:r>
          </a:p>
          <a:p>
            <a:r>
              <a:t>• User retention</a:t>
            </a:r>
          </a:p>
          <a:p>
            <a:r>
              <a:t>• Product optimization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includes:</a:t>
            </a:r>
          </a:p>
          <a:p>
            <a:r>
              <a:t>• Cluster visualization</a:t>
            </a:r>
          </a:p>
          <a:p>
            <a:r>
              <a:t>• User filtering</a:t>
            </a:r>
          </a:p>
          <a:p>
            <a:r>
              <a:t>• Cluster distribution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successfully segmented users into meaningful behavioral groups using K-Means clustering and PCA.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